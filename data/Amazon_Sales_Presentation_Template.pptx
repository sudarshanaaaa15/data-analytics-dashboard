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Amazon Sales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Subtitle: Data Insights and Summary</a:t>
            </a:r>
          </a:p>
          <a:p>
            <a:r>
              <a:t>Author: Your Name</a:t>
            </a:r>
          </a:p>
          <a:p>
            <a:r>
              <a:t>Date: TBD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Summarize sales data, visualize trends, and provide actionable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MongoDB, Python, Pandas, Plotly, Dash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[Insert]</a:t>
            </a:r>
          </a:p>
          <a:p>
            <a:r>
              <a:t>Total Orders: [Insert]</a:t>
            </a:r>
          </a:p>
          <a:p>
            <a:r>
              <a:t>Average Order Value: [Insert]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Monthly Sales Trend Chart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Top-Selling Categories by Quantity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Chart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Top-Selling Categories by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Chart Here]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 (B2B vs Individual)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Pie Chart Here]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States by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Chart Here]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Cities by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Chart Here]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Key insight 1</a:t>
            </a:r>
          </a:p>
          <a:p>
            <a:r>
              <a:t>- Key insight 2</a:t>
            </a:r>
          </a:p>
          <a:p>
            <a:r>
              <a:t>- Recommendations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Summarize findings and suggested 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